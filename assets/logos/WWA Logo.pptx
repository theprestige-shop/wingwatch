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7EFB6-70FD-6243-CE42-621050419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7ACFD-ED6C-7628-D92B-0BB7AFBDF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A09E-5AC5-3A44-D6E9-09DA29BE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A9334-2EE2-F945-D689-43BDDA271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9D23D-80BB-C5DE-723A-30788409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619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DBE2-96E3-9158-476A-66763A6F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E7599-6778-5991-8CC1-DCFC261BB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8C9CF-9AF1-5331-E448-25A46AE6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20F80-EA6E-56A8-5FEA-AE7464562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9C504-AB48-822C-1635-6EAF70CE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450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0D8B-818D-8D77-7069-166FCF62F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C4D0A-6C46-E16B-62A3-FF439F3E3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14B49-2AF3-ACA5-B940-CB065BFE3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33F1C-2D94-D6FD-0FC7-9663C236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30628-EDAB-1171-FEA9-897F5083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461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2927-2C5C-0323-E008-889956B1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7881-7C3D-2230-D2DF-D7F1C3A122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69128-D4FE-D78E-B397-4B2E97DEF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3E5BD-1B38-0828-77B2-1690F5A6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3D471-92C8-DE80-4C48-749E134AD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10A4B-301F-1FBA-7EEC-C1DA8434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4457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DFE5C-224C-792F-B8CE-22F587E33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7BCD9-5853-6281-BFAC-23FAF42F0F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E0520-BC3E-DEC8-32F9-1FE3F7AC5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306AC-24D5-AE5D-7D2D-01869EE45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BAAED-6181-F4F3-4CB0-146F6381E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88942-FE06-EF7B-8C11-ED380CDB8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67380-DC70-1FD0-A69A-5FC8F964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69926-AE94-3284-7616-667E15F7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61511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C77AD-C1FD-10AB-CEE5-081F0C371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B0B24-4698-97F0-AA02-48DF66C7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78CFA-334C-5F1D-4F5C-F74887FF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98A9E-188A-1039-59F1-64FF2E823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9597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773EE-B458-DEB4-E440-78A6D602C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05E96-BA46-4904-27B8-2F52AC58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8021F-6BB9-2F5A-2BAB-16FD8DB4E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279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D7C8-F499-890D-4AB9-CD7526DC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DAD47-EEF9-14EB-4B9C-BFC200060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26213-F2BC-AC02-2F23-9FE56EAA3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72A44-5D06-3E7C-A675-6488A4E86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9E162E-0084-9475-D1A3-EB0F2217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8A713-95AC-3B3B-E962-F8AEB606C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5470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D54E-BAB9-DF10-171C-9CF9C78BB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13385-C09B-5E19-136E-A1F518248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A789D-EA0E-072A-2B83-22EB8E719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92FD2-88BE-B0E8-0C16-7334462C3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F52AE-C522-4FA9-928B-993D4570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2E688-986F-157E-F96A-56E38A20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83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C7529-A22C-9297-BFCB-A4E0AD9BC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5E1A1-A578-6658-ECCB-69B4E9ED3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8EB67-FE47-0BE3-4D1A-4EDE7426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C867A-1D2E-3C0E-FB5A-52DA224F5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E8956-F130-F99E-0012-473D95B3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7118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C79A4-FF44-BC0B-EAD6-EB231D020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A703C2-C36D-FAC8-D5CC-305850DDA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F2ED-C85C-6172-4D71-84DF7547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8B27-5D06-2BE5-A644-49AD891D7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E226E-7C87-5390-9424-E0BAA9A8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080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F99969-1168-FA17-40E6-09958B64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74DB3-736A-EAD5-4F7D-3C84112D1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AAEF-32F7-ED53-BB35-4C820E62E8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916BB-300C-4635-813F-6A98988729DE}" type="datetimeFigureOut">
              <a:rPr lang="LID4096" smtClean="0"/>
              <a:t>03/26/2026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06DC7-C37A-0D4C-082E-7A49E69D5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F3B3-CD74-8CF2-50F0-ECB6E590C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C50C3-37A6-4BCF-B2B9-9DFEF07BA2A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2359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40B3B-887E-05BE-F908-49805D70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ADFC-BF9B-C293-4A02-2BF8128B4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1380" y="4217384"/>
            <a:ext cx="4752500" cy="435791"/>
          </a:xfrm>
        </p:spPr>
        <p:txBody>
          <a:bodyPr>
            <a:noAutofit/>
          </a:bodyPr>
          <a:lstStyle/>
          <a:p>
            <a:r>
              <a:rPr lang="en-US" sz="2000" dirty="0">
                <a:latin typeface="Century Gothic" panose="020B0502020202020204" pitchFamily="34" charset="0"/>
              </a:rPr>
              <a:t>Where Science Takes Flight</a:t>
            </a:r>
            <a:endParaRPr lang="LID4096" sz="2000" dirty="0">
              <a:latin typeface="Century Gothic" panose="020B0502020202020204" pitchFamily="34" charset="0"/>
            </a:endParaRPr>
          </a:p>
        </p:txBody>
      </p:sp>
      <p:pic>
        <p:nvPicPr>
          <p:cNvPr id="1026" name="Picture 2" descr="Flying Owl With Talons Images – Browse 38,742 Stock Photos, Vectors, and  Video | Adobe Stock">
            <a:extLst>
              <a:ext uri="{FF2B5EF4-FFF2-40B4-BE49-F238E27FC236}">
                <a16:creationId xmlns:a16="http://schemas.microsoft.com/office/drawing/2014/main" id="{F80C9116-E2A3-45BB-7D0D-A72910FED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186" y="1540327"/>
            <a:ext cx="2709863" cy="177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5B1C61CF-D616-8CBF-6640-925C695DE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7141" y="3154814"/>
            <a:ext cx="3976689" cy="1385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WingWatch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Africa</a:t>
            </a:r>
            <a:endParaRPr lang="LID4096" sz="4000" b="1" dirty="0"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2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E60F-C0A7-9DFE-2EBF-2553AA55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lying Owl With Talons Images – Browse 38,742 Stock Photos, Vectors, and  Video | Adobe Stock">
            <a:extLst>
              <a:ext uri="{FF2B5EF4-FFF2-40B4-BE49-F238E27FC236}">
                <a16:creationId xmlns:a16="http://schemas.microsoft.com/office/drawing/2014/main" id="{843D0023-FABD-94B9-CC4B-DCCF0834B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889" y="1495307"/>
            <a:ext cx="2709863" cy="177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99EA72-8F0F-4957-0C3A-4A4CC615B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4740" y="3148052"/>
            <a:ext cx="3976689" cy="435791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entury Gothic" panose="020B0502020202020204" pitchFamily="34" charset="0"/>
              </a:rPr>
              <a:t>Where Science Takes Flight</a:t>
            </a:r>
            <a:endParaRPr lang="LID4096" sz="2000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EAB03-E3AE-2603-9D31-E8DC1D552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2861" y="2043112"/>
            <a:ext cx="3976689" cy="1385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WingWatch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Africa</a:t>
            </a:r>
            <a:endParaRPr lang="LID4096" sz="4000" b="1" dirty="0"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47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E4F5-9C71-D80D-2A0C-FDD5B977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Flying Owl With Talons Images – Browse 38,742 Stock Photos, Vectors, and  Video | Adobe Stock">
            <a:extLst>
              <a:ext uri="{FF2B5EF4-FFF2-40B4-BE49-F238E27FC236}">
                <a16:creationId xmlns:a16="http://schemas.microsoft.com/office/drawing/2014/main" id="{29DF7AF1-FC97-BE58-D1EB-1760E8B24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186" y="1540327"/>
            <a:ext cx="2709863" cy="1774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A554EB-CCC8-8E2F-E5DF-34E33C5E9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1380" y="4217384"/>
            <a:ext cx="4752500" cy="435791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00B050"/>
                </a:solidFill>
                <a:latin typeface="Century Gothic" panose="020B0502020202020204" pitchFamily="34" charset="0"/>
              </a:rPr>
              <a:t>Where Science Takes Flight</a:t>
            </a:r>
            <a:endParaRPr lang="LID4096" sz="2000" dirty="0">
              <a:solidFill>
                <a:srgbClr val="00B050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BAF2A-E287-F94E-A008-6F6358F8A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7141" y="3154814"/>
            <a:ext cx="3976689" cy="1385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WingWatch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Century Gothic" panose="020B0502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Africa</a:t>
            </a:r>
            <a:endParaRPr lang="LID4096" sz="4000" b="1" dirty="0">
              <a:latin typeface="Century Gothic" panose="020B0502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5A4225E-7736-5266-9648-24F52800F40A}"/>
              </a:ext>
            </a:extLst>
          </p:cNvPr>
          <p:cNvSpPr/>
          <p:nvPr/>
        </p:nvSpPr>
        <p:spPr>
          <a:xfrm>
            <a:off x="3510198" y="1103710"/>
            <a:ext cx="4643202" cy="4422563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574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18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Century Gothic</vt:lpstr>
      <vt:lpstr>Office Theme</vt:lpstr>
      <vt:lpstr>Where Science Takes Flight</vt:lpstr>
      <vt:lpstr>Where Science Takes Flight</vt:lpstr>
      <vt:lpstr>Where Science Takes Flight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</dc:creator>
  <cp:lastModifiedBy>AFRIFA KWASI JOSEPH</cp:lastModifiedBy>
  <cp:revision>5</cp:revision>
  <dcterms:created xsi:type="dcterms:W3CDTF">2025-06-20T16:00:23Z</dcterms:created>
  <dcterms:modified xsi:type="dcterms:W3CDTF">2026-03-26T14:14:23Z</dcterms:modified>
</cp:coreProperties>
</file>